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4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9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9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9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C7D7F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C7D7F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C7D7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/var/folders/lw/rmylcyvd5rjfxk9g1z9rrm8w0000gq/T/showship-deck-MSp2S4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68" y="749808"/>
            <a:ext cx="789745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2011680"/>
            <a:ext cx="6796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2377440"/>
            <a:ext cx="67967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Development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4754880" y="4251960"/>
            <a:ext cx="9144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5669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5925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0" y="5669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5925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at a Glance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74520"/>
            <a:ext cx="3392424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74520"/>
            <a:ext cx="3392424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104241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Account Verified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98264" y="1874520"/>
            <a:ext cx="3392424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8264" y="1874520"/>
            <a:ext cx="3392424" cy="82296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18" name="Text 16"/>
          <p:cNvSpPr/>
          <p:nvPr/>
        </p:nvSpPr>
        <p:spPr>
          <a:xfrm>
            <a:off x="4672584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4672584" y="3566160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C7D7FB"/>
          </a:solidFill>
          <a:ln/>
        </p:spPr>
      </p:sp>
      <p:sp>
        <p:nvSpPr>
          <p:cNvPr id="21" name="Text 19"/>
          <p:cNvSpPr/>
          <p:nvPr/>
        </p:nvSpPr>
        <p:spPr>
          <a:xfrm>
            <a:off x="4672584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8 Phases Complete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72584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6448" y="1874520"/>
            <a:ext cx="3392424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1874520"/>
            <a:ext cx="3392424" cy="82296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30768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5400" dirty="0"/>
          </a:p>
        </p:txBody>
      </p:sp>
      <p:sp>
        <p:nvSpPr>
          <p:cNvPr id="28" name="Shape 26"/>
          <p:cNvSpPr/>
          <p:nvPr/>
        </p:nvSpPr>
        <p:spPr>
          <a:xfrm>
            <a:off x="8430768" y="3566160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C7D7FB"/>
          </a:solidFill>
          <a:ln/>
        </p:spPr>
      </p:sp>
      <p:sp>
        <p:nvSpPr>
          <p:cNvPr id="29" name="Text 27"/>
          <p:cNvSpPr/>
          <p:nvPr/>
        </p:nvSpPr>
        <p:spPr>
          <a:xfrm>
            <a:off x="8430768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30768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Complete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30768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532120"/>
            <a:ext cx="10908792" cy="6400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Store: Developer Account Verified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45920"/>
            <a:ext cx="168249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ClinicBook: Patient App &amp; Clinic Dashboard Progress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392424" cy="29718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98264" y="1783080"/>
            <a:ext cx="3392424" cy="29718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56448" y="1783080"/>
            <a:ext cx="3392424" cy="29718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9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 15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398264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29" name="Text 24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30" name="Text 25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156448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33" name="Text 28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34" name="Text 29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ClinicBook: Status of Each Phase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271516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77356" y="1783080"/>
            <a:ext cx="5271516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ClinicBook: What Was Done on Each Task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453384" cy="369493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C7D7F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67784" y="1783080"/>
            <a:ext cx="3453384" cy="369493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6384" y="1965960"/>
            <a:ext cx="104241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596384" y="19659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95488" y="1783080"/>
            <a:ext cx="3453384" cy="369493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4088" y="1965960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E5E9F0"/>
          </a:solidFill>
          <a:ln/>
        </p:spPr>
      </p:sp>
      <p:sp>
        <p:nvSpPr>
          <p:cNvPr id="42" name="Text 40"/>
          <p:cNvSpPr/>
          <p:nvPr/>
        </p:nvSpPr>
        <p:spPr>
          <a:xfrm>
            <a:off x="8324088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Check: Issues Caught Before Release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017520" cy="4434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77640" y="1783080"/>
            <a:ext cx="7571232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304288"/>
            <a:ext cx="57515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369296" y="2066544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0369296" y="206654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544824"/>
            <a:ext cx="48371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454896" y="3307080"/>
            <a:ext cx="1865376" cy="292608"/>
          </a:xfrm>
          <a:prstGeom prst="roundRect">
            <a:avLst>
              <a:gd name="adj" fmla="val 15625"/>
            </a:avLst>
          </a:prstGeom>
          <a:solidFill>
            <a:srgbClr val="C7D7FB"/>
          </a:solidFill>
          <a:ln/>
        </p:spPr>
      </p:sp>
      <p:sp>
        <p:nvSpPr>
          <p:cNvPr id="27" name="Text 25"/>
          <p:cNvSpPr/>
          <p:nvPr/>
        </p:nvSpPr>
        <p:spPr>
          <a:xfrm>
            <a:off x="9454896" y="330708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4785360"/>
            <a:ext cx="57515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369296" y="4547616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0369296" y="454761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Decisions Needed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271516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271516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Risks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53288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release waiting on one fix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7356" y="1783080"/>
            <a:ext cx="5271516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7356" y="1783080"/>
            <a:ext cx="5271516" cy="8229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51676" y="253288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5516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08876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patients turn off SMS reminders and keep email only?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Task Track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453384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C7D7FB"/>
          </a:solidFill>
          <a:ln/>
        </p:spPr>
      </p:sp>
      <p:sp>
        <p:nvSpPr>
          <p:cNvPr id="18" name="Text 16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C7D7FB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5E9F0"/>
          </a:solidFill>
          <a:ln/>
        </p:spPr>
      </p:sp>
      <p:sp>
        <p:nvSpPr>
          <p:cNvPr id="28" name="Text 26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67784" y="1783080"/>
            <a:ext cx="3453384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31" name="Text 29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C7D7FB"/>
          </a:solidFill>
          <a:ln/>
        </p:spPr>
      </p:sp>
      <p:sp>
        <p:nvSpPr>
          <p:cNvPr id="39" name="Text 37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C7D7FB"/>
          </a:solidFill>
          <a:ln/>
        </p:spPr>
      </p:sp>
      <p:sp>
        <p:nvSpPr>
          <p:cNvPr id="47" name="Text 45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5E9F0"/>
          </a:solidFill>
          <a:ln/>
        </p:spPr>
      </p:sp>
      <p:sp>
        <p:nvSpPr>
          <p:cNvPr id="49" name="Text 47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95488" y="1783080"/>
            <a:ext cx="3453384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52" name="Text 50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C7D7FB"/>
          </a:solidFill>
          <a:ln/>
        </p:spPr>
      </p:sp>
      <p:sp>
        <p:nvSpPr>
          <p:cNvPr id="60" name="Text 58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C7D7FB"/>
          </a:solidFill>
          <a:ln/>
        </p:spPr>
      </p:sp>
      <p:sp>
        <p:nvSpPr>
          <p:cNvPr id="68" name="Text 66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Delivery Activity This Week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768096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41080" y="1783080"/>
            <a:ext cx="2907792" cy="13563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2" name="Text 9"/>
          <p:cNvSpPr/>
          <p:nvPr/>
        </p:nvSpPr>
        <p:spPr>
          <a:xfrm>
            <a:off x="8869680" y="187452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41080" y="3322320"/>
            <a:ext cx="2907792" cy="135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341376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41080" y="4861560"/>
            <a:ext cx="2907792" cy="135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4953000"/>
            <a:ext cx="2450592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Week's Plan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496519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/ track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Patient App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Leo Park @Leo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the booking calendar, then start payments and receipts.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· 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Clinic Dashboard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Nina Rao @Nina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the duplicate-reminder fix and release reminders; start reports and exports.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·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PulseBoard · Usage Tracking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adding usage tracking to the web app, then open the first dashboard to managers.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Store Release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 the first 20 clinic staff to TestFlight.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/var/folders/lw/rmylcyvd5rjfxk9g1z9rrm8w0000gq/T/showship-deck-MSp2S4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68" y="749808"/>
            <a:ext cx="789745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228600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754880" y="32004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9144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5669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5925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0" y="5669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5925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2026-10-22T10:56:02Z</dcterms:created>
  <dcterms:modified xsi:type="dcterms:W3CDTF">2026-10-22T10:56:02Z</dcterms:modified>
</cp:coreProperties>
</file>