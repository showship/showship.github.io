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202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1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E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1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E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1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A6E7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DE5E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02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CFD7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A6E7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DE5E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02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CFD7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0A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020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CDE5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020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020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D7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8063" y="5394960"/>
            <a:ext cx="566928" cy="1463040"/>
          </a:xfrm>
          <a:prstGeom prst="rect">
            <a:avLst/>
          </a:prstGeom>
          <a:solidFill>
            <a:srgbClr val="233240"/>
          </a:solidFill>
          <a:ln/>
        </p:spPr>
      </p:sp>
      <p:sp>
        <p:nvSpPr>
          <p:cNvPr id="3" name="Shape 1"/>
          <p:cNvSpPr/>
          <p:nvPr/>
        </p:nvSpPr>
        <p:spPr>
          <a:xfrm>
            <a:off x="8954719" y="4572000"/>
            <a:ext cx="566928" cy="2286000"/>
          </a:xfrm>
          <a:prstGeom prst="rect">
            <a:avLst/>
          </a:prstGeom>
          <a:solidFill>
            <a:srgbClr val="2F3D4A"/>
          </a:solidFill>
          <a:ln/>
        </p:spPr>
      </p:sp>
      <p:sp>
        <p:nvSpPr>
          <p:cNvPr id="4" name="Shape 2"/>
          <p:cNvSpPr/>
          <p:nvPr/>
        </p:nvSpPr>
        <p:spPr>
          <a:xfrm>
            <a:off x="9631375" y="3749040"/>
            <a:ext cx="566928" cy="3108960"/>
          </a:xfrm>
          <a:prstGeom prst="rect">
            <a:avLst/>
          </a:prstGeom>
          <a:solidFill>
            <a:srgbClr val="3B4854"/>
          </a:solidFill>
          <a:ln/>
        </p:spPr>
      </p:sp>
      <p:sp>
        <p:nvSpPr>
          <p:cNvPr id="5" name="Shape 3"/>
          <p:cNvSpPr/>
          <p:nvPr/>
        </p:nvSpPr>
        <p:spPr>
          <a:xfrm>
            <a:off x="10308031" y="2926080"/>
            <a:ext cx="566928" cy="3931920"/>
          </a:xfrm>
          <a:prstGeom prst="rect">
            <a:avLst/>
          </a:prstGeom>
          <a:solidFill>
            <a:srgbClr val="47535F"/>
          </a:solidFill>
          <a:ln/>
        </p:spPr>
      </p:sp>
      <p:sp>
        <p:nvSpPr>
          <p:cNvPr id="6" name="Shape 4"/>
          <p:cNvSpPr/>
          <p:nvPr/>
        </p:nvSpPr>
        <p:spPr>
          <a:xfrm>
            <a:off x="10984687" y="2103120"/>
            <a:ext cx="566928" cy="4754880"/>
          </a:xfrm>
          <a:prstGeom prst="rect">
            <a:avLst/>
          </a:prstGeom>
          <a:solidFill>
            <a:srgbClr val="0A6E78"/>
          </a:solidFill>
          <a:ln/>
        </p:spPr>
      </p:sp>
      <p:pic>
        <p:nvPicPr>
          <p:cNvPr id="7" name="Image 0" descr="/var/folders/lw/rmylcyvd5rjfxk9g1z9rrm8w0000gq/T/showship-deck-pIoW97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1005840" cy="640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640080" y="5440680"/>
            <a:ext cx="7132320" cy="0"/>
          </a:xfrm>
          <a:prstGeom prst="line">
            <a:avLst/>
          </a:prstGeom>
          <a:noFill/>
          <a:ln w="12700">
            <a:solidFill>
              <a:srgbClr val="4C58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976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976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10908792" cy="3813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0391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350008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14" name="Shape 11"/>
          <p:cNvSpPr/>
          <p:nvPr/>
        </p:nvSpPr>
        <p:spPr>
          <a:xfrm>
            <a:off x="914400" y="3406140"/>
            <a:ext cx="128016" cy="128016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5" name="Text 12"/>
          <p:cNvSpPr/>
          <p:nvPr/>
        </p:nvSpPr>
        <p:spPr>
          <a:xfrm>
            <a:off x="1133856" y="3337560"/>
            <a:ext cx="2868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703320"/>
            <a:ext cx="3087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" y="4389120"/>
            <a:ext cx="3087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76344" y="2057400"/>
            <a:ext cx="0" cy="3264408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50664" y="20391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50664" y="2350008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6000" dirty="0"/>
          </a:p>
        </p:txBody>
      </p:sp>
      <p:sp>
        <p:nvSpPr>
          <p:cNvPr id="21" name="Shape 18"/>
          <p:cNvSpPr/>
          <p:nvPr/>
        </p:nvSpPr>
        <p:spPr>
          <a:xfrm>
            <a:off x="4550664" y="3406140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0120" y="3337560"/>
            <a:ext cx="2868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50664" y="3703320"/>
            <a:ext cx="3087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50664" y="4389120"/>
            <a:ext cx="3087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12608" y="2057400"/>
            <a:ext cx="0" cy="3264408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86928" y="20391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86928" y="2350008"/>
            <a:ext cx="3087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</a:t>
            </a:r>
            <a:endParaRPr lang="en-US" sz="6000" dirty="0"/>
          </a:p>
        </p:txBody>
      </p:sp>
      <p:sp>
        <p:nvSpPr>
          <p:cNvPr id="28" name="Shape 25"/>
          <p:cNvSpPr/>
          <p:nvPr/>
        </p:nvSpPr>
        <p:spPr>
          <a:xfrm>
            <a:off x="8186928" y="3406140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06384" y="3337560"/>
            <a:ext cx="2868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86928" y="3703320"/>
            <a:ext cx="3087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86928" y="4389120"/>
            <a:ext cx="3087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" y="5733288"/>
            <a:ext cx="10908792" cy="530352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" y="5733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377440" y="5733288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645920"/>
            <a:ext cx="1609344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6459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0A6E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93A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0" name="Text 17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5" name="Text 22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30" name="Text 27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392424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98264" y="1783080"/>
            <a:ext cx="3392424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17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56448" y="1783080"/>
            <a:ext cx="3392424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22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398264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32" name="Text 26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27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156448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1E7EB"/>
          </a:solidFill>
          <a:ln/>
        </p:spPr>
      </p:sp>
      <p:sp>
        <p:nvSpPr>
          <p:cNvPr id="36" name="Text 30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7" name="Text 31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527151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77356" y="1783080"/>
            <a:ext cx="527151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5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453384" cy="369493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1965960"/>
            <a:ext cx="1175004" cy="292608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196596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9" name="Text 16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1" name="Text 18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0A6E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67784" y="1783080"/>
            <a:ext cx="3453384" cy="369493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96384" y="1965960"/>
            <a:ext cx="1001268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30" name="Text 27"/>
          <p:cNvSpPr/>
          <p:nvPr/>
        </p:nvSpPr>
        <p:spPr>
          <a:xfrm>
            <a:off x="4596384" y="1965960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36" name="Text 33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38" name="Text 35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0" name="Text 37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2" name="Text 39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95488" y="1783080"/>
            <a:ext cx="3453384" cy="3694938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24088" y="1965960"/>
            <a:ext cx="1175004" cy="292608"/>
          </a:xfrm>
          <a:prstGeom prst="rect">
            <a:avLst/>
          </a:prstGeom>
          <a:solidFill>
            <a:srgbClr val="E1E7EB"/>
          </a:solidFill>
          <a:ln/>
        </p:spPr>
      </p:sp>
      <p:sp>
        <p:nvSpPr>
          <p:cNvPr id="45" name="Text 42"/>
          <p:cNvSpPr/>
          <p:nvPr/>
        </p:nvSpPr>
        <p:spPr>
          <a:xfrm>
            <a:off x="8324088" y="196596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017520" cy="4434840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8F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977640" y="1783080"/>
            <a:ext cx="757123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89120" y="2304288"/>
            <a:ext cx="57881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0405872" y="2066544"/>
            <a:ext cx="914400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25" name="Text 22"/>
          <p:cNvSpPr/>
          <p:nvPr/>
        </p:nvSpPr>
        <p:spPr>
          <a:xfrm>
            <a:off x="10405872" y="2066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389120" y="3544824"/>
            <a:ext cx="491947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537192" y="3307080"/>
            <a:ext cx="1783080" cy="292608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30" name="Text 27"/>
          <p:cNvSpPr/>
          <p:nvPr/>
        </p:nvSpPr>
        <p:spPr>
          <a:xfrm>
            <a:off x="9537192" y="3307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32" name="Text 29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389120" y="4785360"/>
            <a:ext cx="57881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10405872" y="4547616"/>
            <a:ext cx="914400" cy="2926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35" name="Text 32"/>
          <p:cNvSpPr/>
          <p:nvPr/>
        </p:nvSpPr>
        <p:spPr>
          <a:xfrm>
            <a:off x="10405872" y="4547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5943600" cy="0"/>
          </a:xfrm>
          <a:prstGeom prst="line">
            <a:avLst/>
          </a:prstGeom>
          <a:noFill/>
          <a:ln w="38100">
            <a:solidFill>
              <a:srgbClr val="0A6E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8928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</a:t>
            </a:r>
            <a:pPr indent="0" marL="0">
              <a:buNone/>
            </a:pPr>
            <a:r>
              <a:rPr lang="en-US" sz="18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71600" y="2560320"/>
            <a:ext cx="5212080" cy="117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040880" y="1783080"/>
            <a:ext cx="4507992" cy="0"/>
          </a:xfrm>
          <a:prstGeom prst="line">
            <a:avLst/>
          </a:prstGeom>
          <a:noFill/>
          <a:ln w="38100">
            <a:solidFill>
              <a:srgbClr val="B93A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1892808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and risks</a:t>
            </a:r>
            <a:pPr indent="0" marL="0">
              <a:buNone/>
            </a:pPr>
            <a:r>
              <a:rPr lang="en-US" sz="18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04088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9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72400" y="2560320"/>
            <a:ext cx="3776472" cy="943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3453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1E7EB"/>
          </a:solidFill>
          <a:ln/>
        </p:spPr>
      </p:sp>
      <p:sp>
        <p:nvSpPr>
          <p:cNvPr id="20" name="Shape 17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CDE5E8"/>
          </a:solidFill>
          <a:ln/>
        </p:spPr>
      </p:sp>
      <p:sp>
        <p:nvSpPr>
          <p:cNvPr id="21" name="Text 18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5" name="Text 22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27" name="Text 24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CDE5E8"/>
          </a:solidFill>
          <a:ln/>
        </p:spPr>
      </p:sp>
      <p:sp>
        <p:nvSpPr>
          <p:cNvPr id="29" name="Text 26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1E7EB"/>
          </a:solidFill>
          <a:ln/>
        </p:spPr>
      </p:sp>
      <p:sp>
        <p:nvSpPr>
          <p:cNvPr id="31" name="Text 28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67784" y="1783080"/>
            <a:ext cx="3453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34" name="Text 31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1E7EB"/>
          </a:solidFill>
          <a:ln/>
        </p:spPr>
      </p:sp>
      <p:sp>
        <p:nvSpPr>
          <p:cNvPr id="41" name="Shape 38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CDE5E8"/>
          </a:solidFill>
          <a:ln/>
        </p:spPr>
      </p:sp>
      <p:sp>
        <p:nvSpPr>
          <p:cNvPr id="42" name="Text 39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6" name="Text 43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48" name="Text 45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CDE5E8"/>
          </a:solidFill>
          <a:ln/>
        </p:spPr>
      </p:sp>
      <p:sp>
        <p:nvSpPr>
          <p:cNvPr id="50" name="Text 47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1E7EB"/>
          </a:solidFill>
          <a:ln/>
        </p:spPr>
      </p:sp>
      <p:sp>
        <p:nvSpPr>
          <p:cNvPr id="52" name="Text 49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095488" y="1783080"/>
            <a:ext cx="3453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CDE5E8"/>
          </a:solidFill>
          <a:ln/>
        </p:spPr>
      </p:sp>
      <p:sp>
        <p:nvSpPr>
          <p:cNvPr id="55" name="Text 52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8" name="Text 55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0" name="Text 57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1E7EB"/>
          </a:solidFill>
          <a:ln/>
        </p:spPr>
      </p:sp>
      <p:sp>
        <p:nvSpPr>
          <p:cNvPr id="62" name="Shape 59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CDE5E8"/>
          </a:solidFill>
          <a:ln/>
        </p:spPr>
      </p:sp>
      <p:sp>
        <p:nvSpPr>
          <p:cNvPr id="63" name="Text 60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67" name="Text 64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69" name="Text 66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CDE5E8"/>
          </a:solidFill>
          <a:ln/>
        </p:spPr>
      </p:sp>
      <p:sp>
        <p:nvSpPr>
          <p:cNvPr id="71" name="Text 68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73" name="Text 70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640080" y="616305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7680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7DD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41080" y="1783080"/>
            <a:ext cx="2907792" cy="1356360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15" name="Text 11"/>
          <p:cNvSpPr/>
          <p:nvPr/>
        </p:nvSpPr>
        <p:spPr>
          <a:xfrm>
            <a:off x="8869680" y="187452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8F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641080" y="332232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869680" y="341376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641080" y="486156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869680" y="495300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22" name="Text 18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0"/>
            <a:ext cx="100584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Week's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0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492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  <p:pic>
        <p:nvPicPr>
          <p:cNvPr id="9" name="Image 0" descr="/var/folders/lw/rmylcyvd5rjfxk9g1z9rrm8w0000gq/T/showship-deck-pIoW97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5105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6492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solidFill>
            <a:srgbClr val="10202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or track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17830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20072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10896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 · Patient App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74720" y="2240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03520" y="224028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720072" y="2610612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39528" y="254203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40%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397764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 · Clinic Dashboard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474720" y="3108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03520" y="310896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720072" y="3479292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39528" y="341071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80%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484632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3977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PulseBoard · Usage Tracking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74720" y="3977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0" y="397764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720072" y="4347972"/>
            <a:ext cx="128016" cy="128016"/>
          </a:xfrm>
          <a:prstGeom prst="rect">
            <a:avLst/>
          </a:prstGeom>
          <a:ln w="19050">
            <a:solidFill>
              <a:srgbClr val="3F6A8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939528" y="427939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5715000"/>
            <a:ext cx="10908792" cy="0"/>
          </a:xfrm>
          <a:prstGeom prst="line">
            <a:avLst/>
          </a:prstGeom>
          <a:noFill/>
          <a:ln w="9525">
            <a:solidFill>
              <a:srgbClr val="CFD7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4846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 Release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474720" y="48463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03520" y="484632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720072" y="5216652"/>
            <a:ext cx="128016" cy="128016"/>
          </a:xfrm>
          <a:prstGeom prst="rect">
            <a:avLst/>
          </a:prstGeom>
          <a:ln w="19050">
            <a:solidFill>
              <a:srgbClr val="5B677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939528" y="5148072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8063" y="5394960"/>
            <a:ext cx="566928" cy="1463040"/>
          </a:xfrm>
          <a:prstGeom prst="rect">
            <a:avLst/>
          </a:prstGeom>
          <a:solidFill>
            <a:srgbClr val="233240"/>
          </a:solidFill>
          <a:ln/>
        </p:spPr>
      </p:sp>
      <p:sp>
        <p:nvSpPr>
          <p:cNvPr id="3" name="Shape 1"/>
          <p:cNvSpPr/>
          <p:nvPr/>
        </p:nvSpPr>
        <p:spPr>
          <a:xfrm>
            <a:off x="8954719" y="4572000"/>
            <a:ext cx="566928" cy="2286000"/>
          </a:xfrm>
          <a:prstGeom prst="rect">
            <a:avLst/>
          </a:prstGeom>
          <a:solidFill>
            <a:srgbClr val="2F3D4A"/>
          </a:solidFill>
          <a:ln/>
        </p:spPr>
      </p:sp>
      <p:sp>
        <p:nvSpPr>
          <p:cNvPr id="4" name="Shape 2"/>
          <p:cNvSpPr/>
          <p:nvPr/>
        </p:nvSpPr>
        <p:spPr>
          <a:xfrm>
            <a:off x="9631375" y="3749040"/>
            <a:ext cx="566928" cy="3108960"/>
          </a:xfrm>
          <a:prstGeom prst="rect">
            <a:avLst/>
          </a:prstGeom>
          <a:solidFill>
            <a:srgbClr val="3B4854"/>
          </a:solidFill>
          <a:ln/>
        </p:spPr>
      </p:sp>
      <p:sp>
        <p:nvSpPr>
          <p:cNvPr id="5" name="Shape 3"/>
          <p:cNvSpPr/>
          <p:nvPr/>
        </p:nvSpPr>
        <p:spPr>
          <a:xfrm>
            <a:off x="10308031" y="2926080"/>
            <a:ext cx="566928" cy="3931920"/>
          </a:xfrm>
          <a:prstGeom prst="rect">
            <a:avLst/>
          </a:prstGeom>
          <a:solidFill>
            <a:srgbClr val="47535F"/>
          </a:solidFill>
          <a:ln/>
        </p:spPr>
      </p:sp>
      <p:sp>
        <p:nvSpPr>
          <p:cNvPr id="6" name="Shape 4"/>
          <p:cNvSpPr/>
          <p:nvPr/>
        </p:nvSpPr>
        <p:spPr>
          <a:xfrm>
            <a:off x="10984687" y="2103120"/>
            <a:ext cx="566928" cy="4754880"/>
          </a:xfrm>
          <a:prstGeom prst="rect">
            <a:avLst/>
          </a:prstGeom>
          <a:solidFill>
            <a:srgbClr val="0A6E78"/>
          </a:solidFill>
          <a:ln/>
        </p:spPr>
      </p:sp>
      <p:pic>
        <p:nvPicPr>
          <p:cNvPr id="7" name="Image 0" descr="/var/folders/lw/rmylcyvd5rjfxk9g1z9rrm8w0000gq/T/showship-deck-pIoW97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1005840" cy="6400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860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640080" y="3429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F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40080" y="5440680"/>
            <a:ext cx="7132320" cy="0"/>
          </a:xfrm>
          <a:prstGeom prst="line">
            <a:avLst/>
          </a:prstGeom>
          <a:noFill/>
          <a:ln w="12700">
            <a:solidFill>
              <a:srgbClr val="4C58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 Lin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97680" y="5577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9768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2026-10-22T10:55:50Z</dcterms:created>
  <dcterms:modified xsi:type="dcterms:W3CDTF">2026-10-22T10:55:50Z</dcterms:modified>
</cp:coreProperties>
</file>