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261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AE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7B4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AE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7B4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EAE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1E7B4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D3EBDC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226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CE4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1E7B4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D3EBDC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226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CE4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1E7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226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D3EB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26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05840"/>
            <a:ext cx="2468880" cy="4846320"/>
          </a:xfrm>
          <a:prstGeom prst="roundRect">
            <a:avLst>
              <a:gd name="adj" fmla="val 11852"/>
            </a:avLst>
          </a:prstGeom>
          <a:solidFill>
            <a:srgbClr val="1E3127"/>
          </a:solidFill>
          <a:ln w="12700">
            <a:solidFill>
              <a:srgbClr val="415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7112" y="1170432"/>
            <a:ext cx="2139696" cy="566928"/>
          </a:xfrm>
          <a:prstGeom prst="roundRect">
            <a:avLst>
              <a:gd name="adj" fmla="val 51613"/>
            </a:avLst>
          </a:prstGeom>
          <a:solidFill>
            <a:srgbClr val="6FD39C"/>
          </a:solidFill>
          <a:ln/>
        </p:spPr>
      </p:sp>
      <p:sp>
        <p:nvSpPr>
          <p:cNvPr id="4" name="Shape 2"/>
          <p:cNvSpPr/>
          <p:nvPr/>
        </p:nvSpPr>
        <p:spPr>
          <a:xfrm>
            <a:off x="8897112" y="1920240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5" name="Shape 3"/>
          <p:cNvSpPr/>
          <p:nvPr/>
        </p:nvSpPr>
        <p:spPr>
          <a:xfrm>
            <a:off x="9043416" y="208483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6FD39C"/>
          </a:solidFill>
          <a:ln/>
        </p:spPr>
      </p:sp>
      <p:sp>
        <p:nvSpPr>
          <p:cNvPr id="6" name="Shape 4"/>
          <p:cNvSpPr/>
          <p:nvPr/>
        </p:nvSpPr>
        <p:spPr>
          <a:xfrm>
            <a:off x="9464040" y="2103120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228600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8" name="Shape 6"/>
          <p:cNvSpPr/>
          <p:nvPr/>
        </p:nvSpPr>
        <p:spPr>
          <a:xfrm>
            <a:off x="8897112" y="2670048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9" name="Shape 7"/>
          <p:cNvSpPr/>
          <p:nvPr/>
        </p:nvSpPr>
        <p:spPr>
          <a:xfrm>
            <a:off x="9043416" y="283464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10" name="Shape 8"/>
          <p:cNvSpPr/>
          <p:nvPr/>
        </p:nvSpPr>
        <p:spPr>
          <a:xfrm>
            <a:off x="9464040" y="2852928"/>
            <a:ext cx="100584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11" name="Shape 9"/>
          <p:cNvSpPr/>
          <p:nvPr/>
        </p:nvSpPr>
        <p:spPr>
          <a:xfrm>
            <a:off x="9464040" y="3035808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12" name="Shape 10"/>
          <p:cNvSpPr/>
          <p:nvPr/>
        </p:nvSpPr>
        <p:spPr>
          <a:xfrm>
            <a:off x="8897112" y="3419856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43416" y="358444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14" name="Shape 12"/>
          <p:cNvSpPr/>
          <p:nvPr/>
        </p:nvSpPr>
        <p:spPr>
          <a:xfrm>
            <a:off x="9464040" y="3602736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4040" y="3785616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16" name="Shape 14"/>
          <p:cNvSpPr/>
          <p:nvPr/>
        </p:nvSpPr>
        <p:spPr>
          <a:xfrm>
            <a:off x="8897112" y="4169664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3416" y="4334256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464040" y="4352544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19" name="Shape 17"/>
          <p:cNvSpPr/>
          <p:nvPr/>
        </p:nvSpPr>
        <p:spPr>
          <a:xfrm>
            <a:off x="9464040" y="4535424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7112" y="4919472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21" name="Shape 19"/>
          <p:cNvSpPr/>
          <p:nvPr/>
        </p:nvSpPr>
        <p:spPr>
          <a:xfrm>
            <a:off x="9043416" y="508406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22" name="Shape 20"/>
          <p:cNvSpPr/>
          <p:nvPr/>
        </p:nvSpPr>
        <p:spPr>
          <a:xfrm>
            <a:off x="9464040" y="5102352"/>
            <a:ext cx="100584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23" name="Shape 21"/>
          <p:cNvSpPr/>
          <p:nvPr/>
        </p:nvSpPr>
        <p:spPr>
          <a:xfrm>
            <a:off x="9464040" y="5285232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pic>
        <p:nvPicPr>
          <p:cNvPr id="24" name="Image 0" descr="/var/folders/lw/rmylcyvd5rjfxk9g1z9rrm8w0000gq/T/showship-deck-lvO1u8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73847" cy="548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6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" y="246888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28" name="Text 25"/>
          <p:cNvSpPr/>
          <p:nvPr/>
        </p:nvSpPr>
        <p:spPr>
          <a:xfrm>
            <a:off x="6400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5650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2976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297680" y="5650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453384" cy="3520440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0574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2904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7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914400" y="3355848"/>
            <a:ext cx="1001268" cy="292608"/>
          </a:xfrm>
          <a:prstGeom prst="roundRect">
            <a:avLst>
              <a:gd name="adj" fmla="val 46875"/>
            </a:avLst>
          </a:prstGeom>
          <a:solidFill>
            <a:srgbClr val="1E7B4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55848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79476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Account Verified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361688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67784" y="1783080"/>
            <a:ext cx="3453384" cy="3520440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42104" y="20574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42104" y="2377440"/>
            <a:ext cx="2904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7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5400" dirty="0"/>
          </a:p>
        </p:txBody>
      </p:sp>
      <p:sp>
        <p:nvSpPr>
          <p:cNvPr id="18" name="Shape 15"/>
          <p:cNvSpPr/>
          <p:nvPr/>
        </p:nvSpPr>
        <p:spPr>
          <a:xfrm>
            <a:off x="4642104" y="3355848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D3EBDC"/>
          </a:solidFill>
          <a:ln/>
        </p:spPr>
      </p:sp>
      <p:sp>
        <p:nvSpPr>
          <p:cNvPr id="19" name="Text 16"/>
          <p:cNvSpPr/>
          <p:nvPr/>
        </p:nvSpPr>
        <p:spPr>
          <a:xfrm>
            <a:off x="4642104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42104" y="379476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of 8 Phases Complete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42104" y="4361688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95488" y="1783080"/>
            <a:ext cx="3453384" cy="3520440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9808" y="205740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9808" y="2377440"/>
            <a:ext cx="2904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7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2</a:t>
            </a:r>
            <a:endParaRPr lang="en-US" sz="5400" dirty="0"/>
          </a:p>
        </p:txBody>
      </p:sp>
      <p:sp>
        <p:nvSpPr>
          <p:cNvPr id="25" name="Shape 22"/>
          <p:cNvSpPr/>
          <p:nvPr/>
        </p:nvSpPr>
        <p:spPr>
          <a:xfrm>
            <a:off x="8369808" y="3355848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D3EBDC"/>
          </a:solidFill>
          <a:ln/>
        </p:spPr>
      </p:sp>
      <p:sp>
        <p:nvSpPr>
          <p:cNvPr id="26" name="Text 23"/>
          <p:cNvSpPr/>
          <p:nvPr/>
        </p:nvSpPr>
        <p:spPr>
          <a:xfrm>
            <a:off x="8369808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69808" y="3794760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Workstreams Complete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369808" y="4361688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27778"/>
            </a:avLst>
          </a:prstGeom>
          <a:solidFill>
            <a:srgbClr val="12261C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54864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D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468880" y="5486400"/>
            <a:ext cx="8823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1609344" cy="292608"/>
          </a:xfrm>
          <a:prstGeom prst="roundRect">
            <a:avLst>
              <a:gd name="adj" fmla="val 46875"/>
            </a:avLst>
          </a:prstGeom>
          <a:solidFill>
            <a:srgbClr val="1E7B4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459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1E7B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445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4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17" name="Text 14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22" name="Text 19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27" name="Text 24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23529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392424" cy="2971800"/>
          </a:xfrm>
          <a:prstGeom prst="roundRect">
            <a:avLst>
              <a:gd name="adj" fmla="val 615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98264" y="1783080"/>
            <a:ext cx="3392424" cy="2971800"/>
          </a:xfrm>
          <a:prstGeom prst="roundRect">
            <a:avLst>
              <a:gd name="adj" fmla="val 615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56448" y="1783080"/>
            <a:ext cx="3392424" cy="2971800"/>
          </a:xfrm>
          <a:prstGeom prst="roundRect">
            <a:avLst>
              <a:gd name="adj" fmla="val 615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graphicFrame>
        <p:nvGraphicFramePr>
          <p:cNvPr id="19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 14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4983480"/>
            <a:ext cx="3392424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398264" y="4983480"/>
            <a:ext cx="3392424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D3EBDC"/>
          </a:solidFill>
          <a:ln/>
        </p:spPr>
      </p:sp>
      <p:sp>
        <p:nvSpPr>
          <p:cNvPr id="29" name="Text 23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4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8156448" y="4983480"/>
            <a:ext cx="3392424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3EAE5"/>
          </a:solidFill>
          <a:ln/>
        </p:spPr>
      </p:sp>
      <p:sp>
        <p:nvSpPr>
          <p:cNvPr id="33" name="Text 27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200" dirty="0"/>
          </a:p>
        </p:txBody>
      </p:sp>
      <p:sp>
        <p:nvSpPr>
          <p:cNvPr id="34" name="Text 28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271516" cy="4434840"/>
          </a:xfrm>
          <a:prstGeom prst="roundRect">
            <a:avLst>
              <a:gd name="adj" fmla="val 412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77356" y="1783080"/>
            <a:ext cx="5271516" cy="4434840"/>
          </a:xfrm>
          <a:prstGeom prst="roundRect">
            <a:avLst>
              <a:gd name="adj" fmla="val 412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453384" cy="3694938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65960"/>
            <a:ext cx="1175004" cy="292608"/>
          </a:xfrm>
          <a:prstGeom prst="roundRect">
            <a:avLst>
              <a:gd name="adj" fmla="val 46875"/>
            </a:avLst>
          </a:prstGeom>
          <a:solidFill>
            <a:srgbClr val="D3EBD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6596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E7B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66756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66756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67784" y="1783080"/>
            <a:ext cx="3453384" cy="3694938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96384" y="1965960"/>
            <a:ext cx="1001268" cy="292608"/>
          </a:xfrm>
          <a:prstGeom prst="roundRect">
            <a:avLst>
              <a:gd name="adj" fmla="val 46875"/>
            </a:avLst>
          </a:prstGeom>
          <a:solidFill>
            <a:srgbClr val="1E7B4B"/>
          </a:solidFill>
          <a:ln/>
        </p:spPr>
      </p:sp>
      <p:sp>
        <p:nvSpPr>
          <p:cNvPr id="27" name="Text 24"/>
          <p:cNvSpPr/>
          <p:nvPr/>
        </p:nvSpPr>
        <p:spPr>
          <a:xfrm>
            <a:off x="4596384" y="1965960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33" name="Text 30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35" name="Text 32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37" name="Text 34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39" name="Text 36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095488" y="1783080"/>
            <a:ext cx="3453384" cy="3694938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24088" y="1965960"/>
            <a:ext cx="1175004" cy="292608"/>
          </a:xfrm>
          <a:prstGeom prst="roundRect">
            <a:avLst>
              <a:gd name="adj" fmla="val 46875"/>
            </a:avLst>
          </a:prstGeom>
          <a:solidFill>
            <a:srgbClr val="E3EAE5"/>
          </a:solidFill>
          <a:ln/>
        </p:spPr>
      </p:sp>
      <p:sp>
        <p:nvSpPr>
          <p:cNvPr id="42" name="Text 39"/>
          <p:cNvSpPr/>
          <p:nvPr/>
        </p:nvSpPr>
        <p:spPr>
          <a:xfrm>
            <a:off x="8324088" y="1965960"/>
            <a:ext cx="1175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66756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66756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6675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017520" cy="4434840"/>
          </a:xfrm>
          <a:prstGeom prst="roundRect">
            <a:avLst>
              <a:gd name="adj" fmla="val 6061"/>
            </a:avLst>
          </a:prstGeom>
          <a:solidFill>
            <a:srgbClr val="12261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6FD3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77640" y="1783080"/>
            <a:ext cx="7571232" cy="4434840"/>
          </a:xfrm>
          <a:prstGeom prst="roundRect">
            <a:avLst>
              <a:gd name="adj" fmla="val 412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19" name="Text 16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89120" y="2304288"/>
            <a:ext cx="57881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405872" y="2066544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1E7B4B"/>
          </a:solidFill>
          <a:ln/>
        </p:spPr>
      </p:sp>
      <p:sp>
        <p:nvSpPr>
          <p:cNvPr id="22" name="Text 19"/>
          <p:cNvSpPr/>
          <p:nvPr/>
        </p:nvSpPr>
        <p:spPr>
          <a:xfrm>
            <a:off x="10405872" y="2066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D3EBDC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389120" y="3544824"/>
            <a:ext cx="491947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537192" y="3307080"/>
            <a:ext cx="1783080" cy="292608"/>
          </a:xfrm>
          <a:prstGeom prst="roundRect">
            <a:avLst>
              <a:gd name="adj" fmla="val 46875"/>
            </a:avLst>
          </a:prstGeom>
          <a:solidFill>
            <a:srgbClr val="D3EBDC"/>
          </a:solidFill>
          <a:ln/>
        </p:spPr>
      </p:sp>
      <p:sp>
        <p:nvSpPr>
          <p:cNvPr id="27" name="Text 24"/>
          <p:cNvSpPr/>
          <p:nvPr/>
        </p:nvSpPr>
        <p:spPr>
          <a:xfrm>
            <a:off x="9537192" y="3307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1E7B4B"/>
          </a:solidFill>
          <a:ln/>
        </p:spPr>
      </p:sp>
      <p:sp>
        <p:nvSpPr>
          <p:cNvPr id="29" name="Text 26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389120" y="4785360"/>
            <a:ext cx="5788152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10405872" y="4547616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1E7B4B"/>
          </a:solidFill>
          <a:ln/>
        </p:spPr>
      </p:sp>
      <p:sp>
        <p:nvSpPr>
          <p:cNvPr id="32" name="Text 29"/>
          <p:cNvSpPr/>
          <p:nvPr/>
        </p:nvSpPr>
        <p:spPr>
          <a:xfrm>
            <a:off x="10405872" y="4547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271516" cy="2377440"/>
          </a:xfrm>
          <a:prstGeom prst="roundRect">
            <a:avLst>
              <a:gd name="adj" fmla="val 7692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C445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C4452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77356" y="1783080"/>
            <a:ext cx="5271516" cy="2377440"/>
          </a:xfrm>
          <a:prstGeom prst="roundRect">
            <a:avLst>
              <a:gd name="adj" fmla="val 7692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12261C"/>
          </a:solidFill>
          <a:ln/>
        </p:spPr>
      </p:sp>
      <p:sp>
        <p:nvSpPr>
          <p:cNvPr id="16" name="Text 13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18" name="Text 15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453384" cy="4434840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D3EBDC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17" name="Shape 14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D3EBDC"/>
          </a:solidFill>
          <a:ln/>
        </p:spPr>
      </p:sp>
      <p:sp>
        <p:nvSpPr>
          <p:cNvPr id="18" name="Text 15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22" name="Text 19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24" name="Text 21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D3EBDC"/>
          </a:solidFill>
          <a:ln/>
        </p:spPr>
      </p:sp>
      <p:sp>
        <p:nvSpPr>
          <p:cNvPr id="26" name="Text 23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3EAE5"/>
          </a:solidFill>
          <a:ln/>
        </p:spPr>
      </p:sp>
      <p:sp>
        <p:nvSpPr>
          <p:cNvPr id="28" name="Text 25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67784" y="1783080"/>
            <a:ext cx="3453384" cy="4434840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D3EBDC"/>
          </a:solidFill>
          <a:ln/>
        </p:spPr>
      </p:sp>
      <p:sp>
        <p:nvSpPr>
          <p:cNvPr id="31" name="Text 28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38" name="Shape 35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D3EBDC"/>
          </a:solidFill>
          <a:ln/>
        </p:spPr>
      </p:sp>
      <p:sp>
        <p:nvSpPr>
          <p:cNvPr id="39" name="Text 36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43" name="Text 40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45" name="Text 42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D3EBDC"/>
          </a:solidFill>
          <a:ln/>
        </p:spPr>
      </p:sp>
      <p:sp>
        <p:nvSpPr>
          <p:cNvPr id="47" name="Text 44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3EAE5"/>
          </a:solidFill>
          <a:ln/>
        </p:spPr>
      </p:sp>
      <p:sp>
        <p:nvSpPr>
          <p:cNvPr id="49" name="Text 46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095488" y="1783080"/>
            <a:ext cx="3453384" cy="4434840"/>
          </a:xfrm>
          <a:prstGeom prst="roundRect">
            <a:avLst>
              <a:gd name="adj" fmla="val 5296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D3EBDC"/>
          </a:solidFill>
          <a:ln/>
        </p:spPr>
      </p:sp>
      <p:sp>
        <p:nvSpPr>
          <p:cNvPr id="52" name="Text 49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600" dirty="0"/>
          </a:p>
        </p:txBody>
      </p:sp>
      <p:sp>
        <p:nvSpPr>
          <p:cNvPr id="55" name="Text 52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600" dirty="0"/>
          </a:p>
        </p:txBody>
      </p:sp>
      <p:sp>
        <p:nvSpPr>
          <p:cNvPr id="57" name="Text 54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3EAE5"/>
          </a:solidFill>
          <a:ln/>
        </p:spPr>
      </p:sp>
      <p:sp>
        <p:nvSpPr>
          <p:cNvPr id="59" name="Shape 56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D3EBDC"/>
          </a:solidFill>
          <a:ln/>
        </p:spPr>
      </p:sp>
      <p:sp>
        <p:nvSpPr>
          <p:cNvPr id="60" name="Text 57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64" name="Text 61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66" name="Text 63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D3EBDC"/>
          </a:solidFill>
          <a:ln/>
        </p:spPr>
      </p:sp>
      <p:sp>
        <p:nvSpPr>
          <p:cNvPr id="68" name="Text 65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1E7B4B"/>
          </a:solidFill>
          <a:ln/>
        </p:spPr>
      </p:sp>
      <p:sp>
        <p:nvSpPr>
          <p:cNvPr id="70" name="Text 67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2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640080" y="616305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7680960" cy="4434840"/>
          </a:xfrm>
          <a:prstGeom prst="roundRect">
            <a:avLst>
              <a:gd name="adj" fmla="val 4124"/>
            </a:avLst>
          </a:prstGeom>
          <a:solidFill>
            <a:srgbClr val="FCFDFB"/>
          </a:solidFill>
          <a:ln w="9525">
            <a:solidFill>
              <a:srgbClr val="DCE4DE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641080" y="1783080"/>
            <a:ext cx="2907792" cy="1356360"/>
          </a:xfrm>
          <a:prstGeom prst="roundRect">
            <a:avLst>
              <a:gd name="adj" fmla="val 13483"/>
            </a:avLst>
          </a:prstGeom>
          <a:solidFill>
            <a:srgbClr val="12261C"/>
          </a:solidFill>
          <a:ln/>
        </p:spPr>
      </p:sp>
      <p:sp>
        <p:nvSpPr>
          <p:cNvPr id="12" name="Text 8"/>
          <p:cNvSpPr/>
          <p:nvPr/>
        </p:nvSpPr>
        <p:spPr>
          <a:xfrm>
            <a:off x="8869680" y="187452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6FD3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41080" y="3322320"/>
            <a:ext cx="2907792" cy="1356360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69680" y="341376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641080" y="4861560"/>
            <a:ext cx="2907792" cy="1356360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869680" y="495300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6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908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Week's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34472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lvO1u8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4830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6455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226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1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Patient App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D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Clinic 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D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PulseBoard · Usage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D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26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Store Release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65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05840"/>
            <a:ext cx="2468880" cy="4846320"/>
          </a:xfrm>
          <a:prstGeom prst="roundRect">
            <a:avLst>
              <a:gd name="adj" fmla="val 11852"/>
            </a:avLst>
          </a:prstGeom>
          <a:solidFill>
            <a:srgbClr val="1E3127"/>
          </a:solidFill>
          <a:ln w="12700">
            <a:solidFill>
              <a:srgbClr val="415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7112" y="1170432"/>
            <a:ext cx="2139696" cy="566928"/>
          </a:xfrm>
          <a:prstGeom prst="roundRect">
            <a:avLst>
              <a:gd name="adj" fmla="val 51613"/>
            </a:avLst>
          </a:prstGeom>
          <a:solidFill>
            <a:srgbClr val="6FD39C"/>
          </a:solidFill>
          <a:ln/>
        </p:spPr>
      </p:sp>
      <p:sp>
        <p:nvSpPr>
          <p:cNvPr id="4" name="Shape 2"/>
          <p:cNvSpPr/>
          <p:nvPr/>
        </p:nvSpPr>
        <p:spPr>
          <a:xfrm>
            <a:off x="8897112" y="1920240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5" name="Shape 3"/>
          <p:cNvSpPr/>
          <p:nvPr/>
        </p:nvSpPr>
        <p:spPr>
          <a:xfrm>
            <a:off x="9043416" y="208483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6FD39C"/>
          </a:solidFill>
          <a:ln/>
        </p:spPr>
      </p:sp>
      <p:sp>
        <p:nvSpPr>
          <p:cNvPr id="6" name="Shape 4"/>
          <p:cNvSpPr/>
          <p:nvPr/>
        </p:nvSpPr>
        <p:spPr>
          <a:xfrm>
            <a:off x="9464040" y="2103120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228600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8" name="Shape 6"/>
          <p:cNvSpPr/>
          <p:nvPr/>
        </p:nvSpPr>
        <p:spPr>
          <a:xfrm>
            <a:off x="8897112" y="2670048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9" name="Shape 7"/>
          <p:cNvSpPr/>
          <p:nvPr/>
        </p:nvSpPr>
        <p:spPr>
          <a:xfrm>
            <a:off x="9043416" y="283464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10" name="Shape 8"/>
          <p:cNvSpPr/>
          <p:nvPr/>
        </p:nvSpPr>
        <p:spPr>
          <a:xfrm>
            <a:off x="9464040" y="2852928"/>
            <a:ext cx="100584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11" name="Shape 9"/>
          <p:cNvSpPr/>
          <p:nvPr/>
        </p:nvSpPr>
        <p:spPr>
          <a:xfrm>
            <a:off x="9464040" y="3035808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12" name="Shape 10"/>
          <p:cNvSpPr/>
          <p:nvPr/>
        </p:nvSpPr>
        <p:spPr>
          <a:xfrm>
            <a:off x="8897112" y="3419856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43416" y="358444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14" name="Shape 12"/>
          <p:cNvSpPr/>
          <p:nvPr/>
        </p:nvSpPr>
        <p:spPr>
          <a:xfrm>
            <a:off x="9464040" y="3602736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4040" y="3785616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16" name="Shape 14"/>
          <p:cNvSpPr/>
          <p:nvPr/>
        </p:nvSpPr>
        <p:spPr>
          <a:xfrm>
            <a:off x="8897112" y="4169664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3416" y="4334256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464040" y="4352544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19" name="Shape 17"/>
          <p:cNvSpPr/>
          <p:nvPr/>
        </p:nvSpPr>
        <p:spPr>
          <a:xfrm>
            <a:off x="9464040" y="4535424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7112" y="4919472"/>
            <a:ext cx="2139696" cy="603504"/>
          </a:xfrm>
          <a:prstGeom prst="roundRect">
            <a:avLst>
              <a:gd name="adj" fmla="val 21212"/>
            </a:avLst>
          </a:prstGeom>
          <a:solidFill>
            <a:srgbClr val="2A3C33"/>
          </a:solidFill>
          <a:ln/>
        </p:spPr>
      </p:sp>
      <p:sp>
        <p:nvSpPr>
          <p:cNvPr id="21" name="Shape 19"/>
          <p:cNvSpPr/>
          <p:nvPr/>
        </p:nvSpPr>
        <p:spPr>
          <a:xfrm>
            <a:off x="9043416" y="508406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54635C"/>
          </a:solidFill>
          <a:ln/>
        </p:spPr>
      </p:sp>
      <p:sp>
        <p:nvSpPr>
          <p:cNvPr id="22" name="Shape 20"/>
          <p:cNvSpPr/>
          <p:nvPr/>
        </p:nvSpPr>
        <p:spPr>
          <a:xfrm>
            <a:off x="9464040" y="5102352"/>
            <a:ext cx="1005840" cy="109728"/>
          </a:xfrm>
          <a:prstGeom prst="roundRect">
            <a:avLst>
              <a:gd name="adj" fmla="val 50000"/>
            </a:avLst>
          </a:prstGeom>
          <a:solidFill>
            <a:srgbClr val="717D77"/>
          </a:solidFill>
          <a:ln/>
        </p:spPr>
      </p:sp>
      <p:sp>
        <p:nvSpPr>
          <p:cNvPr id="23" name="Shape 21"/>
          <p:cNvSpPr/>
          <p:nvPr/>
        </p:nvSpPr>
        <p:spPr>
          <a:xfrm>
            <a:off x="9464040" y="5285232"/>
            <a:ext cx="731520" cy="73152"/>
          </a:xfrm>
          <a:prstGeom prst="roundRect">
            <a:avLst>
              <a:gd name="adj" fmla="val 50000"/>
            </a:avLst>
          </a:prstGeom>
          <a:solidFill>
            <a:srgbClr val="46564E"/>
          </a:solidFill>
          <a:ln/>
        </p:spPr>
      </p:sp>
      <p:pic>
        <p:nvPicPr>
          <p:cNvPr id="24" name="Image 0" descr="/var/folders/lw/rmylcyvd5rjfxk9g1z9rrm8w0000gq/T/showship-deck-lvO1u8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73847" cy="548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27" name="Text 24"/>
          <p:cNvSpPr/>
          <p:nvPr/>
        </p:nvSpPr>
        <p:spPr>
          <a:xfrm>
            <a:off x="64008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FD3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400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5650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2976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4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297680" y="5650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2026-10-22T10:55:53Z</dcterms:created>
  <dcterms:modified xsi:type="dcterms:W3CDTF">2026-10-22T10:55:53Z</dcterms:modified>
</cp:coreProperties>
</file>