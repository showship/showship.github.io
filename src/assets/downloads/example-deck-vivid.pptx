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641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641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E36414"/>
          </a:solidFill>
          <a:ln/>
        </p:spPr>
      </p:sp>
      <p:pic>
        <p:nvPicPr>
          <p:cNvPr id="3" name="Image 0" descr="/var/folders/lw/rmylcyvd5rjfxk9g1z9rrm8w0000gq/T/showship-deck-rctMIl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12" y="649224"/>
            <a:ext cx="568616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640080" y="557784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98264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4672584" y="3566160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56448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5400" dirty="0"/>
          </a:p>
        </p:txBody>
      </p:sp>
      <p:sp>
        <p:nvSpPr>
          <p:cNvPr id="26" name="Shape 24"/>
          <p:cNvSpPr/>
          <p:nvPr/>
        </p:nvSpPr>
        <p:spPr>
          <a:xfrm>
            <a:off x="8430768" y="3566160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25714"/>
            </a:avLst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5" name="Text 13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5" name="Text 23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98264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56448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7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398264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7" name="Text 22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156448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9E4DC"/>
          </a:solidFill>
          <a:ln/>
        </p:spPr>
      </p:sp>
      <p:sp>
        <p:nvSpPr>
          <p:cNvPr id="31" name="Text 26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1516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271516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3384" cy="3694938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67784" y="1783080"/>
            <a:ext cx="3453384" cy="3694938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6384" y="196596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25" name="Text 23"/>
          <p:cNvSpPr/>
          <p:nvPr/>
        </p:nvSpPr>
        <p:spPr>
          <a:xfrm>
            <a:off x="4596384" y="19659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95488" y="1783080"/>
            <a:ext cx="3453384" cy="3694938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24088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40" name="Text 38"/>
          <p:cNvSpPr/>
          <p:nvPr/>
        </p:nvSpPr>
        <p:spPr>
          <a:xfrm>
            <a:off x="8324088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017520" cy="4434840"/>
          </a:xfrm>
          <a:prstGeom prst="roundRect">
            <a:avLst>
              <a:gd name="adj" fmla="val 5455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1783080"/>
            <a:ext cx="7571232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304288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369296" y="2066544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10369296" y="20665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544824"/>
            <a:ext cx="48371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54896" y="3307080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25" name="Text 23"/>
          <p:cNvSpPr/>
          <p:nvPr/>
        </p:nvSpPr>
        <p:spPr>
          <a:xfrm>
            <a:off x="9454896" y="33070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4785360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369296" y="4547616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30" name="Text 28"/>
          <p:cNvSpPr/>
          <p:nvPr/>
        </p:nvSpPr>
        <p:spPr>
          <a:xfrm>
            <a:off x="10369296" y="45476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15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52715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67784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9" name="Text 27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37" name="Text 35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41" name="Text 39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95488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50" name="Text 48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57" name="Shape 55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58" name="Text 56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2" name="Text 60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8" name="Text 66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68096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41080" y="178308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0F4C5C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0" y="187452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41080" y="332232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341376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41080" y="486156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95300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Patient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Clinic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PulseBoard · Usage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Release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E36414"/>
          </a:solidFill>
          <a:ln/>
        </p:spPr>
      </p:sp>
      <p:pic>
        <p:nvPicPr>
          <p:cNvPr id="3" name="Image 0" descr="/var/folders/lw/rmylcyvd5rjfxk9g1z9rrm8w0000gq/T/showship-deck-rctMIl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12" y="649224"/>
            <a:ext cx="568616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557784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2026-10-22T10:56:04Z</dcterms:created>
  <dcterms:modified xsi:type="dcterms:W3CDTF">2026-10-22T10:56:04Z</dcterms:modified>
</cp:coreProperties>
</file>