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1F5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8DB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C8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08792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4" name="Image 0" descr="/var/folders/lw/rmylcyvd5rjfxk9g1z9rrm8w0000gq/T/showship-deck-E38O8x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473847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60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Development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Report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640080" y="5532120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34072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62472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at a Glance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01752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decision is needed this week: can patients turn off SMS reminders and keep email only? (see Decisions Needed)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931920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783080"/>
            <a:ext cx="217413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920240"/>
            <a:ext cx="2174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377440"/>
            <a:ext cx="2174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4206240" y="3703320"/>
            <a:ext cx="2174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4114800"/>
            <a:ext cx="217413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4270248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Account Verified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06240" y="4983480"/>
            <a:ext cx="2174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6118" y="1920240"/>
            <a:ext cx="0" cy="434340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1858" y="1783080"/>
            <a:ext cx="217413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1858" y="1920240"/>
            <a:ext cx="2174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91858" y="2377440"/>
            <a:ext cx="2174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6200" dirty="0"/>
          </a:p>
        </p:txBody>
      </p:sp>
      <p:sp>
        <p:nvSpPr>
          <p:cNvPr id="24" name="Text 22"/>
          <p:cNvSpPr/>
          <p:nvPr/>
        </p:nvSpPr>
        <p:spPr>
          <a:xfrm>
            <a:off x="6791858" y="3703320"/>
            <a:ext cx="2174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91858" y="4114800"/>
            <a:ext cx="217413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1858" y="4270248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of 8 Phases Complete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91858" y="4983480"/>
            <a:ext cx="2174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71737" y="1920240"/>
            <a:ext cx="0" cy="434340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7477" y="1783080"/>
            <a:ext cx="217413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7477" y="1920240"/>
            <a:ext cx="2174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77477" y="2377440"/>
            <a:ext cx="2174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2</a:t>
            </a:r>
            <a:endParaRPr lang="en-US" sz="6200" dirty="0"/>
          </a:p>
        </p:txBody>
      </p:sp>
      <p:sp>
        <p:nvSpPr>
          <p:cNvPr id="32" name="Text 30"/>
          <p:cNvSpPr/>
          <p:nvPr/>
        </p:nvSpPr>
        <p:spPr>
          <a:xfrm>
            <a:off x="9377477" y="3703320"/>
            <a:ext cx="2174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77477" y="4114800"/>
            <a:ext cx="217413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7477" y="4270248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Workstreams Complete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377477" y="4983480"/>
            <a:ext cx="2174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01752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11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is published under the company's own verified account, ready for beta testers.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1920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783080"/>
            <a:ext cx="734537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2130552"/>
            <a:ext cx="0" cy="336042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057400"/>
            <a:ext cx="146304" cy="146304"/>
          </a:xfrm>
          <a:prstGeom prst="rect">
            <a:avLst/>
          </a:prstGeom>
          <a:solidFill>
            <a:srgbClr val="A4471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011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93852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22815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903220"/>
            <a:ext cx="688817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177540"/>
            <a:ext cx="146304" cy="146304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1318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05866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Received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722815" y="3122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45186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023360"/>
            <a:ext cx="688817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4297680"/>
            <a:ext cx="146304" cy="146304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417880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Verified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22815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57200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5143500"/>
            <a:ext cx="688817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5417820"/>
            <a:ext cx="146304" cy="146304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53721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5298948"/>
            <a:ext cx="3413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TestFlight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722815" y="53629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5692140"/>
            <a:ext cx="5333695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88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3383280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566160"/>
            <a:ext cx="2199132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920240"/>
            <a:ext cx="0" cy="2194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20240"/>
            <a:ext cx="316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16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169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316976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566160"/>
            <a:ext cx="1901861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53248" y="1920240"/>
            <a:ext cx="0" cy="2194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1848" y="1920240"/>
            <a:ext cx="316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81848" y="2286000"/>
            <a:ext cx="316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1848" y="2560320"/>
            <a:ext cx="3169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400" dirty="0"/>
          </a:p>
        </p:txBody>
      </p:sp>
      <p:sp>
        <p:nvSpPr>
          <p:cNvPr id="25" name="Shape 23"/>
          <p:cNvSpPr/>
          <p:nvPr/>
        </p:nvSpPr>
        <p:spPr>
          <a:xfrm>
            <a:off x="8381848" y="3566160"/>
            <a:ext cx="316976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6" name="Shape 24"/>
          <p:cNvSpPr/>
          <p:nvPr/>
        </p:nvSpPr>
        <p:spPr>
          <a:xfrm>
            <a:off x="8381848" y="3566160"/>
            <a:ext cx="2218837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434840"/>
            <a:ext cx="1091153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1600200" y="4617720"/>
            <a:ext cx="2372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01058" y="466344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9658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5389778" y="4617720"/>
            <a:ext cx="2372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90637" y="466344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9237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9179357" y="4617720"/>
            <a:ext cx="2372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13572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92808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513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Leo Park @Leo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5135728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87088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2783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4330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87088" y="35433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398221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8221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87088" y="4297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73659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736592"/>
            <a:ext cx="2054291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5206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87088" y="50520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49097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879592"/>
            <a:ext cx="513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5848" y="1920240"/>
            <a:ext cx="0" cy="434340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5888" y="1783080"/>
            <a:ext cx="513572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5888" y="1892808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15888" y="2331720"/>
            <a:ext cx="513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Nina Rao @Nina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15888" y="2679192"/>
            <a:ext cx="5135728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5888" y="278892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362895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15888" y="322783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5888" y="322783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38" name="Text 36"/>
          <p:cNvSpPr/>
          <p:nvPr/>
        </p:nvSpPr>
        <p:spPr>
          <a:xfrm>
            <a:off x="6415888" y="354330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362895" y="35433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15888" y="398221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41" name="Shape 39"/>
          <p:cNvSpPr/>
          <p:nvPr/>
        </p:nvSpPr>
        <p:spPr>
          <a:xfrm>
            <a:off x="6415888" y="3982212"/>
            <a:ext cx="5135728" cy="45720"/>
          </a:xfrm>
          <a:prstGeom prst="rect">
            <a:avLst/>
          </a:prstGeom>
          <a:solidFill>
            <a:srgbClr val="1F5C3A"/>
          </a:solidFill>
          <a:ln/>
        </p:spPr>
      </p:sp>
      <p:sp>
        <p:nvSpPr>
          <p:cNvPr id="42" name="Text 40"/>
          <p:cNvSpPr/>
          <p:nvPr/>
        </p:nvSpPr>
        <p:spPr>
          <a:xfrm>
            <a:off x="6415888" y="429768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362895" y="4297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15888" y="473659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45" name="Text 43"/>
          <p:cNvSpPr/>
          <p:nvPr/>
        </p:nvSpPr>
        <p:spPr>
          <a:xfrm>
            <a:off x="6415888" y="5052060"/>
            <a:ext cx="394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 &amp; Notifications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362895" y="50520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415888" y="5490972"/>
            <a:ext cx="513572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48" name="Shape 46"/>
          <p:cNvSpPr/>
          <p:nvPr/>
        </p:nvSpPr>
        <p:spPr>
          <a:xfrm>
            <a:off x="6415888" y="5490972"/>
            <a:ext cx="4108582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49" name="Text 47"/>
          <p:cNvSpPr/>
          <p:nvPr/>
        </p:nvSpPr>
        <p:spPr>
          <a:xfrm>
            <a:off x="6415888" y="5879592"/>
            <a:ext cx="513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4533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84248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1F5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30624" y="1783080"/>
            <a:ext cx="0" cy="3694938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7784" y="1783080"/>
            <a:ext cx="34533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6384" y="1984248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7" name="Text 35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39" name="Text 37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58328" y="1783080"/>
            <a:ext cx="0" cy="3694938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95488" y="1783080"/>
            <a:ext cx="34533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4088" y="1984248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l" indent="0" marL="0">
              <a:buNone/>
            </a:pPr>
            <a:r>
              <a:rPr lang="en-US" sz="1100" b="1" dirty="0">
                <a:solidFill>
                  <a:srgbClr val="77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091153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928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148840" y="1892808"/>
            <a:ext cx="1823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1058" y="196596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9658" y="18928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938418" y="1892808"/>
            <a:ext cx="1823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0637" y="1965960"/>
            <a:ext cx="0" cy="73152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9237" y="18928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727997" y="1892808"/>
            <a:ext cx="1823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1091153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272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3145536"/>
            <a:ext cx="7802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65615" y="3136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419856"/>
            <a:ext cx="78025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417320" y="3962400"/>
            <a:ext cx="1013429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72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17320" y="4090416"/>
            <a:ext cx="7802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65615" y="4081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3F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4364736"/>
            <a:ext cx="78025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417320" y="4907280"/>
            <a:ext cx="10134295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0170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17320" y="5035296"/>
            <a:ext cx="7802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65615" y="5026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algn="r"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17320" y="5309616"/>
            <a:ext cx="78025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91616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83080"/>
            <a:ext cx="5090008" cy="0"/>
          </a:xfrm>
          <a:prstGeom prst="line">
            <a:avLst/>
          </a:prstGeom>
          <a:noFill/>
          <a:ln w="38100">
            <a:solidFill>
              <a:srgbClr val="A447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9384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44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Risks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A44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435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61608" y="1783080"/>
            <a:ext cx="5090008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1929384"/>
            <a:ext cx="509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1608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93128" y="2377440"/>
            <a:ext cx="435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33237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 Park @Leo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07008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32888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58058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333237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246120"/>
            <a:ext cx="1999427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Sign-in and clinic search done; booking calendar in progress.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33237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42232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81144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20056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458968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1058" y="1920240"/>
            <a:ext cx="0" cy="397764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9658" y="1783080"/>
            <a:ext cx="333237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9658" y="187452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Nina Rao @Nina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29658" y="2286000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2965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996586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55538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322466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47637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429658" y="3246120"/>
            <a:ext cx="333237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35" name="Shape 33"/>
          <p:cNvSpPr/>
          <p:nvPr/>
        </p:nvSpPr>
        <p:spPr>
          <a:xfrm>
            <a:off x="4429658" y="3246120"/>
            <a:ext cx="2332665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36" name="Text 34"/>
          <p:cNvSpPr/>
          <p:nvPr/>
        </p:nvSpPr>
        <p:spPr>
          <a:xfrm>
            <a:off x="4429658" y="33832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and schedules done; reminders in final review.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429658" y="4023360"/>
            <a:ext cx="333237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9658" y="4142232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29658" y="4581144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29658" y="5020056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29658" y="5458968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990637" y="1920240"/>
            <a:ext cx="0" cy="397764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9237" y="1783080"/>
            <a:ext cx="3332378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9237" y="1874520"/>
            <a:ext cx="3332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219237" y="2286000"/>
            <a:ext cx="3332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19237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8786165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545117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10112045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37215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8219237" y="3246120"/>
            <a:ext cx="3332378" cy="4572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52" name="Shape 50"/>
          <p:cNvSpPr/>
          <p:nvPr/>
        </p:nvSpPr>
        <p:spPr>
          <a:xfrm>
            <a:off x="8219237" y="3246120"/>
            <a:ext cx="2499284" cy="45720"/>
          </a:xfrm>
          <a:prstGeom prst="rect">
            <a:avLst/>
          </a:prstGeom>
          <a:solidFill>
            <a:srgbClr val="8DB39A"/>
          </a:solidFill>
          <a:ln/>
        </p:spPr>
      </p:sp>
      <p:sp>
        <p:nvSpPr>
          <p:cNvPr id="53" name="Text 51"/>
          <p:cNvSpPr/>
          <p:nvPr/>
        </p:nvSpPr>
        <p:spPr>
          <a:xfrm>
            <a:off x="8219237" y="3383280"/>
            <a:ext cx="33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A4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transfer done; usage tracking rolling out.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19237" y="4023360"/>
            <a:ext cx="3332378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19237" y="4142232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19237" y="4581144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19237" y="5020056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B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19237" y="5458968"/>
            <a:ext cx="3332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27432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2743200" cy="821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2725826"/>
            <a:ext cx="274320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76600"/>
            <a:ext cx="2743200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8040"/>
            <a:ext cx="2743200" cy="821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" y="4219346"/>
            <a:ext cx="274320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70120"/>
            <a:ext cx="2743200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61560"/>
            <a:ext cx="2743200" cy="821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5712866"/>
            <a:ext cx="2743200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1783080"/>
            <a:ext cx="0" cy="448056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783080"/>
            <a:ext cx="7619695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3840480" y="1920240"/>
          <a:ext cx="7711135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3931920" y="5916168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Source: GitHub activity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D6D6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"/>
            <a:ext cx="10908792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20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76809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Week's Plan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4690872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/ track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C8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ClinicBook · Patient App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 Park @Leo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the booking calendar, then start payments and receipts.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6A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P3 · 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ClinicBook · Clinic Dashboard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Nina Rao @Nina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the duplicate-reminder fix and release reminders; start reports and exports.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6A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P4 ·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PulseBoard · Usage Tracking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adding usage tracking to the web app, then open the first dashboard to managers.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6A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 Store Release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 the first 20 clinic staff to TestFlight.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777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NOT STARTED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08792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4" name="Image 0" descr="/var/folders/lw/rmylcyvd5rjfxk9g1z9rrm8w0000gq/T/showship-deck-E38O8x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473847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60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5532120"/>
            <a:ext cx="109087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34072" y="5687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62472" y="5943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2026-10-22T10:55:56Z</dcterms:created>
  <dcterms:modified xsi:type="dcterms:W3CDTF">2026-10-22T10:55:56Z</dcterms:modified>
</cp:coreProperties>
</file>